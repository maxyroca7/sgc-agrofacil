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83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162424"/>
          </a:solidFill>
          <a:ln w="12700">
            <a:solidFill>
              <a:srgbClr val="16242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616"/>
            <a:ext cx="1508760" cy="1508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27632" y="402336"/>
            <a:ext cx="5943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08760" y="475488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508760" y="135331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Agrofacil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508760" y="2340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Calidad Digital — Planta Ezeiza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44622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Maximiliano Roca  ·  Área de Calidad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era la situación?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11480" y="1444752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44752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44752"/>
            <a:ext cx="64008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6362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REG-01 en papel — riesgo de pérdida, ilegibilidad y demora en consulta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157984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157984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2157984"/>
            <a:ext cx="64008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2768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anotadas manualmente — sin seguimiento sistemático ni KPIs automáticos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2871216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871216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871216"/>
            <a:ext cx="64008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2990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lotes disperso — difícil trazabilidad por cliente o período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584448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584448"/>
            <a:ext cx="8321040" cy="6217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22" name="Shape 19"/>
          <p:cNvSpPr/>
          <p:nvPr/>
        </p:nvSpPr>
        <p:spPr>
          <a:xfrm>
            <a:off x="411480" y="3584448"/>
            <a:ext cx="64008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703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KPIs del </a:t>
            </a:r>
            <a:r>
              <a:rPr lang="en-US" sz="13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área</a:t>
            </a:r>
            <a:r>
              <a:rPr lang="en-US" sz="13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calculados</a:t>
            </a:r>
            <a:r>
              <a:rPr lang="en-US" sz="13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de forma </a:t>
            </a:r>
            <a:r>
              <a:rPr lang="en-US" sz="13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periódica</a:t>
            </a:r>
            <a:r>
              <a:rPr lang="en-US" sz="13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</a:t>
            </a:r>
            <a:r>
              <a:rPr lang="en-US" sz="13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— qué 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167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instalable en celular o PC, desarrollada para Agrofacil, que digitaliza los tres pilares del control de calidad en planta: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883664"/>
            <a:ext cx="64008" cy="2331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99339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REG-01 Digital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" y="2359152"/>
            <a:ext cx="25694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inductoras, pallets y dictamen de lotes en tiempo real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82112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82112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82112" y="1883664"/>
            <a:ext cx="64008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199339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NCs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37560" y="2359152"/>
            <a:ext cx="25694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seguimiento y cierre de No Conformidades con KPIs automáticos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44184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44184" y="1883664"/>
            <a:ext cx="2798064" cy="23317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44184" y="1883664"/>
            <a:ext cx="64008" cy="2331720"/>
          </a:xfrm>
          <a:prstGeom prst="rect">
            <a:avLst/>
          </a:prstGeom>
          <a:solidFill>
            <a:srgbClr val="4B9CD3"/>
          </a:solidFill>
          <a:ln w="12700">
            <a:solidFill>
              <a:srgbClr val="4B9C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199339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99632" y="2359152"/>
            <a:ext cx="25694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lotes por cliente y período, con exportación PDF y Excel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3434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Funciona offline</a:t>
            </a: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Sincronización automática en la nube</a:t>
            </a: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Instalable como app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hacer el sistema hoy?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1408176"/>
            <a:ext cx="4160520" cy="33649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408176"/>
            <a:ext cx="64008" cy="33649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408176"/>
            <a:ext cx="4160520" cy="420624"/>
          </a:xfrm>
          <a:prstGeom prst="rect">
            <a:avLst/>
          </a:prstGeom>
          <a:solidFill>
            <a:srgbClr val="1A2C2C"/>
          </a:solidFill>
          <a:ln w="12700">
            <a:solidFill>
              <a:srgbClr val="1A2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REG-01 Digital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1208" y="1920240"/>
            <a:ext cx="384962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pallets con peso y resultado por inductora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de lote (Aprobado / Parcial / Retenido)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NC directamente desde el formulario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compatible con Power BI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tolerancias por inductora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408176"/>
            <a:ext cx="4160520" cy="3364992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08176"/>
            <a:ext cx="64008" cy="3364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1408176"/>
            <a:ext cx="4160520" cy="420624"/>
          </a:xfrm>
          <a:prstGeom prst="rect">
            <a:avLst/>
          </a:prstGeom>
          <a:solidFill>
            <a:srgbClr val="1A2C2C"/>
          </a:solidFill>
          <a:ln w="12700">
            <a:solidFill>
              <a:srgbClr val="1A2C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64608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NCs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10328" y="1920240"/>
            <a:ext cx="384962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KPIs automáticos (AQ-IND-01 al AQ-IND-06)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estado: Pendiente → En curso → Finalizado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Cierre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documentado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cada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 No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cs typeface="Calibri" pitchFamily="34" charset="-120"/>
              </a:rPr>
              <a:t>Conformidad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PDF para archivo físico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gravedad: Leve / Moderado / Crítico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la empresa?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1408176"/>
            <a:ext cx="4160520" cy="146304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" y="153619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21208" y="2029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digitalizados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" y="23591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registros en papel para REG-01 y NCs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408176"/>
            <a:ext cx="4160520" cy="146304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328" y="153619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910328" y="2029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dictaminar un lote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10328" y="23591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proceso manual de consulta y archivo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2999232"/>
            <a:ext cx="4160520" cy="146304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" y="31272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21208" y="36210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1208" y="39502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inmediata del desempeño del área de calidad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999232"/>
            <a:ext cx="4160520" cy="146304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0328" y="31272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910328" y="36210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10328" y="39502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Trazabilidad, control de NCs y mejora continua documentados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está construido?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417320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417320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527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" y="18928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vanilla · PWA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17320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1417320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64608" y="1527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64608" y="18928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2505456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2505456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2505456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2615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298094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(Google)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09160" y="2505456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505456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2505456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64608" y="2615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64608" y="298094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(CDN global)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0040" y="3593592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593592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0040" y="3593592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5488" y="40690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deploy automático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09160" y="3593592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09160" y="3593592"/>
            <a:ext cx="4160520" cy="960120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3593592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64608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864608" y="40690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IndexedDB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 propio  ·  Sin instalación en PC/celu  ·  Datos en la nube de Google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D1D"/>
          </a:solidFill>
          <a:ln w="12700">
            <a:solidFill>
              <a:srgbClr val="111D1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4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hoja de ruta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 y a dónde vamos?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1408176"/>
            <a:ext cx="4160520" cy="3401568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408176"/>
            <a:ext cx="64008" cy="34015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408176"/>
            <a:ext cx="4160520" cy="420624"/>
          </a:xfrm>
          <a:prstGeom prst="rect">
            <a:avLst/>
          </a:prstGeom>
          <a:solidFill>
            <a:srgbClr val="1A2C2C"/>
          </a:solidFill>
          <a:ln w="12700">
            <a:solidFill>
              <a:srgbClr val="1A2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1920240"/>
            <a:ext cx="38496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REG-01 Digital con exportación Excel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NCs con 6 KPIs automáticos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cliente con 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— diseño unificado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instalable — funciona offline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via GitHub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408176"/>
            <a:ext cx="4160520" cy="3401568"/>
          </a:xfrm>
          <a:prstGeom prst="rect">
            <a:avLst/>
          </a:prstGeom>
          <a:solidFill>
            <a:srgbClr val="162424"/>
          </a:solidFill>
          <a:ln w="12700">
            <a:solidFill>
              <a:srgbClr val="1E30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08176"/>
            <a:ext cx="64008" cy="3401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1408176"/>
            <a:ext cx="4160520" cy="420624"/>
          </a:xfrm>
          <a:prstGeom prst="rect">
            <a:avLst/>
          </a:prstGeom>
          <a:solidFill>
            <a:srgbClr val="1A2C2C"/>
          </a:solidFill>
          <a:ln w="12700">
            <a:solidFill>
              <a:srgbClr val="1A2C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64608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Próximos pasos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10328" y="1920240"/>
            <a:ext cx="38496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Coordinadora (lectura + dictamen)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(usuarios y equipos)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sus No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histórico de KPIs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Testeo funcional completo en planta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MASH y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200" dirty="0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QualityOS · Agrofacil · Calidad Planta Ezeiza · Mayo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560320"/>
            <a:ext cx="4754880" cy="4754880"/>
          </a:xfrm>
          <a:prstGeom prst="ellipse">
            <a:avLst/>
          </a:prstGeom>
          <a:solidFill>
            <a:srgbClr val="162424"/>
          </a:solidFill>
          <a:ln w="12700">
            <a:solidFill>
              <a:srgbClr val="16242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4320"/>
            <a:ext cx="2377440" cy="2377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0" y="2770632"/>
            <a:ext cx="21945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529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A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sgc-agrofacil.web.app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Roca  ·  Área de Calidad  ·  Agrofacil S.A.  ·  Planta Ezeiza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584</Words>
  <Application>Microsoft Office PowerPoint</Application>
  <PresentationFormat>Presentación en pantalla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QualityOS — SGC Digital Agrofacil</dc:title>
  <dc:subject>PptxGenJS Presentation</dc:subject>
  <dc:creator>Maximiliano Roca</dc:creator>
  <cp:lastModifiedBy>CHEKER</cp:lastModifiedBy>
  <cp:revision>4</cp:revision>
  <dcterms:created xsi:type="dcterms:W3CDTF">2026-05-27T19:41:31Z</dcterms:created>
  <dcterms:modified xsi:type="dcterms:W3CDTF">2026-05-28T00:47:39Z</dcterms:modified>
</cp:coreProperties>
</file>